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PLAN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Intelligence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uploaded sales-meeting recordings into transcripts, customer insights,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 scorecard, and human-approved knowledge-pack updates.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257800"/>
            <a:ext cx="2413102" cy="384048"/>
          </a:xfrm>
          <a:prstGeom prst="roundRect">
            <a:avLst>
              <a:gd name="adj" fmla="val 50000"/>
            </a:avLst>
          </a:prstGeom>
          <a:solidFill>
            <a:srgbClr val="2D286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257800"/>
            <a:ext cx="2413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GPU default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45790" y="5257800"/>
            <a:ext cx="2243023" cy="384048"/>
          </a:xfrm>
          <a:prstGeom prst="roundRect">
            <a:avLst>
              <a:gd name="adj" fmla="val 50000"/>
            </a:avLst>
          </a:prstGeom>
          <a:solidFill>
            <a:srgbClr val="2D286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45790" y="5257800"/>
            <a:ext cx="224302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prototype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89981" y="5257800"/>
            <a:ext cx="2668219" cy="384048"/>
          </a:xfrm>
          <a:prstGeom prst="roundRect">
            <a:avLst>
              <a:gd name="adj" fmla="val 50000"/>
            </a:avLst>
          </a:prstGeom>
          <a:solidFill>
            <a:srgbClr val="2D2860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9981" y="5257800"/>
            <a:ext cx="266821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Hindi · Hinglish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engineering kickoff  ·  Phase 0 starts with repo &amp; local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raw recording to five trustworthy outputs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9656"/>
            <a:ext cx="457200" cy="45720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19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Timestamped, speaker-labelled transcript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0574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WhisperX diarization aligned to word-level timing.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2549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6974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User-confirmed speaker roles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0632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labels only become real roles after human confirmation.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3133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customer insights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points, objections, questions, confusion, interest, follow-ups.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3717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37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7091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sales scorecard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0749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knowledge, clarity, discovery, objection handling.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64240" cy="896112"/>
          </a:xfrm>
          <a:prstGeom prst="roundRect">
            <a:avLst>
              <a:gd name="adj" fmla="val 1020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843016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843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5715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knowledge-pack updates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60807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Markdown diffs — never auto-merged.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deployment: self-hosted GPU server. Architecture must also permit managed-cloud deployment later.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 Prototype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PRODUCT DECISIONS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 the build must respect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672084"/>
          </a:xfrm>
          <a:prstGeom prst="roundRect">
            <a:avLst>
              <a:gd name="adj" fmla="val 1088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934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type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86537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Recorded, in-person meetings uploaded after the meeting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36292"/>
            <a:ext cx="5440680" cy="672084"/>
          </a:xfrm>
          <a:prstGeom prst="roundRect">
            <a:avLst>
              <a:gd name="adj" fmla="val 1088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9115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64718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2–8 expected speakers; count is optional input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5440680" cy="672084"/>
          </a:xfrm>
          <a:prstGeom prst="roundRect">
            <a:avLst>
              <a:gd name="adj" fmla="val 1088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17296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Hindi, and Hinglish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99916"/>
            <a:ext cx="5440680" cy="672084"/>
          </a:xfrm>
          <a:prstGeom prst="roundRect">
            <a:avLst>
              <a:gd name="adj" fmla="val 1088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547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21081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prototype; that user can access all meetings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81728"/>
            <a:ext cx="5440680" cy="672084"/>
          </a:xfrm>
          <a:prstGeom prst="roundRect">
            <a:avLst>
              <a:gd name="adj" fmla="val 1088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73659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99262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WhisperX gives anonymous labels only — never real identities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463540"/>
            <a:ext cx="5440680" cy="672084"/>
          </a:xfrm>
          <a:prstGeom prst="roundRect">
            <a:avLst>
              <a:gd name="adj" fmla="val 1088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51840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577443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infers roles; user must confirm, swap, or edit first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1554480"/>
            <a:ext cx="5440680" cy="672084"/>
          </a:xfrm>
          <a:prstGeom prst="roundRect">
            <a:avLst>
              <a:gd name="adj" fmla="val 1088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60934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6520" y="186537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Gemma 4 by default; deployment-specific config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2336292"/>
            <a:ext cx="5440680" cy="672084"/>
          </a:xfrm>
          <a:prstGeom prst="roundRect">
            <a:avLst>
              <a:gd name="adj" fmla="val 1088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39115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46520" y="264718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over Markdown knowledge chunks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118104"/>
            <a:ext cx="5440680" cy="672084"/>
          </a:xfrm>
          <a:prstGeom prst="roundRect">
            <a:avLst>
              <a:gd name="adj" fmla="val 1088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317296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46520" y="34290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for app data; local filesystem for audio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3899916"/>
            <a:ext cx="5440680" cy="672084"/>
          </a:xfrm>
          <a:prstGeom prst="roundRect">
            <a:avLst>
              <a:gd name="adj" fmla="val 1088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39547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46520" y="421081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4681728"/>
            <a:ext cx="5440680" cy="672084"/>
          </a:xfrm>
          <a:prstGeom prst="roundRect">
            <a:avLst>
              <a:gd name="adj" fmla="val 1088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473659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46520" y="499262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Unsaved meetings deleted after 30 days; saved ones persist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5463540"/>
            <a:ext cx="5440680" cy="672084"/>
          </a:xfrm>
          <a:prstGeom prst="roundRect">
            <a:avLst>
              <a:gd name="adj" fmla="val 1088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551840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updates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46520" y="577443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only; applied as versioned Markdown diffs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 Prototype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steps from upload to approved knowledge update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60020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audio recording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42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49631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add purpose, participants, expected speaker count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3814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38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392424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select the required Markdown knowledge pack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34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288536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stores audio and creates a background job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3036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30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5184648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WhisperX transcribes, aligns, and diarizes speakers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164592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645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160020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shows progress: uploaded → transcribing → awaiting roles → analysing → complete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254203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542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249631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proposes roles; user confirms, swaps, or edits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343814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438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3392424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analysis retrieves knowledge chunks and produces results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9360" y="433425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4334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12280" y="4288536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page shows transcript, insights, scorecard, proposals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09360" y="523036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5230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12280" y="5184648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approves/rejects proposals; approved ones version the knowledge pack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 Prototype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system flow</a:t>
            </a:r>
            <a:endParaRPr lang="en-US" sz="3000" dirty="0"/>
          </a:p>
        </p:txBody>
      </p:sp>
      <p:pic>
        <p:nvPicPr>
          <p:cNvPr id="4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417320"/>
            <a:ext cx="786384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 Prototype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entities anchor the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647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7465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knowledge_packs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221992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current version, source Markdown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1688" y="16002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7647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01768" y="17465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knowledge_pack_versions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221992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number, Markdown content, approval metadata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74736" y="16002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76479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14816" y="17465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knowledge_chunks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9328" y="2221992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Heading, content, embedding vector, ordinal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18211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3467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328416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3803904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path, checksum, status, retention deadline, saved flag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61688" y="318211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3467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01768" y="3328416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speaker_labels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26280" y="3803904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WhisperX label, inferred + confirmed role, confidence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74736" y="3182112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33467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14816" y="3328416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transcript_segments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39328" y="3803904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Speaker, start/end time, text, word-level data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764024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492861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4928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88720" y="491032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3232" y="538581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version, structured JSON result, model metadata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61688" y="4764024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26280" y="492861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4928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01768" y="491032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knowledge_proposals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26280" y="538581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diff, evidence references, approval status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174736" y="4764024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39328" y="492861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8339328" y="4928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814816" y="491032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job_events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339328" y="538581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Stage, status, message, timestamps, retry count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deletion job removes local audio + all linked rows for expired, unsaved meetings.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 Prototype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ANALYSIS CONTRACT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 returns validated JSON, never display-ready prose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56232"/>
            <a:ext cx="2697480" cy="2468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Inferences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buSzPct val="100000"/>
              <a:buChar char="●"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label + inferred role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buSzPct val="100000"/>
              <a:buChar char="●"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rationale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buSzPct val="100000"/>
              <a:buChar char="●"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evidence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447288" y="160020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160020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1856232"/>
            <a:ext cx="2697480" cy="246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1600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30168" y="22860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buSzPct val="100000"/>
              <a:buChar char="●"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pain point, objection, question, interest, confusion, follow-up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630168" y="32918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buSzPct val="100000"/>
              <a:buChar char="●"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evidence timestamps/quotes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630168" y="42976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buSzPct val="100000"/>
              <a:buChar char="●"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345936" y="160020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936" y="160020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5936" y="1856232"/>
            <a:ext cx="2697480" cy="246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1600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Assessment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28816" y="22860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buSzPct val="100000"/>
              <a:buChar char="●"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dimensions, each 0–100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528816" y="32918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buSzPct val="100000"/>
              <a:buChar char="●"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+ transcript evidence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528816" y="42976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buSzPct val="100000"/>
              <a:buChar char="●"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Knowledge-pack refs + coaching actions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9244584" y="1600200"/>
            <a:ext cx="2697480" cy="42976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44584" y="160020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44584" y="1856232"/>
            <a:ext cx="2697480" cy="246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44584" y="1600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Proposals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427464" y="22860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buSzPct val="100000"/>
              <a:buChar char="●"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proposed Markdown change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9427464" y="329184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buSzPct val="100000"/>
              <a:buChar char="●"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confidence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9427464" y="42976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300"/>
              </a:lnSpc>
              <a:buSzPct val="100000"/>
              <a:buChar char="●"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knowledge-pack section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schema validation retries with a repair prompt, then marks the analysis failed if still invalid. Unsupported conclusions are never rendered as fact.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 Prototype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SAFETY BEHAVIOUR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before, during, and after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63677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surface poor audio, overlapping speech, or uncertain diarization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13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2585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affected timestamps in every quality warning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352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80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retry with a changed expected speaker count (2–8)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57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50215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acknowledgement before analysis proceeds with a warning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788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78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12394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sales/customer analysis until roles are confirmed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7457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transcript evidence and knowledge references for every result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4223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422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53675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auto-merge knowledge proposals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 Prototype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PHASES · 1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 — Phase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01952"/>
            <a:ext cx="548640" cy="54864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01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76479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&amp; Local Platform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2148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Monorepo, Docker Compose, migrations, health checks, lint/format/test commands.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90672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90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295351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Ingestion &amp; Lifecycle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00200" y="33375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UI/API, setup form, checksums, job creation, manual + 30-day retention delete.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79392"/>
            <a:ext cx="548640" cy="54864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79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14223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WhisperX Transcription &amp; Diarization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45262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adapter, speaker-count bounds, quality warnings, retry, speaker-grouped UI.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46811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68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533095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Inference &amp; Confirmation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600200" y="57150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role prompt, validation, confirm/edit/swap UI, gate on downstream analysis.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 Prototype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PHASES · 2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Phase 7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01952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01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76479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Knowledge-Pack Retrieval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21488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versioning, heading-aware chunking, embeddings, pgvector retrieval, version pinning.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9067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90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295351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Sales Analysis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00200" y="33375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prompts + Pydantic contracts, evidence links, knowledge citations, results page.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79392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79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14223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Proposals &amp; Review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45262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generation, diff preview, approve/reject, immutable versions, rollback.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468112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68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533095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Deployment &amp; Hardening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600200" y="57150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multilingual eval set, GPU/server docs, self-hosted + managed-cloud guides, backups.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 Prototype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“done” looks like for V1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572768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in-person recordings with an optional 2–8 speaker expectation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420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English, Hindi, and Hinglish, with documented alignment limits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3814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364992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treats anonymous labels as real roles without user confirmation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34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261104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insight and score has timestamped transcript evidence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3036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30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5157216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product-knowledge assessment cites relevant knowledge-pack content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164592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645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20840" y="1572768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Unsaved meetings auto-delete after 30 days; saved meetings are excluded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254203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5420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246888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retry poor diarization with a different speaker count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343814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438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20840" y="3364992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Knowledge-pack changes require explicit approval and version history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63640" y="4334256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4334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20840" y="4261104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success on 10–20 representative recordings, no manual fixes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 Prototype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FOR V1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deferred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83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meeting capture or meeting-platform bots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24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7860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accounts, permissions, and tenant isolation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419856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transcript editing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61104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261104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knowledge-base updates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48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510235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of perfect diarization, transcription, role ID, or sales evaluation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9436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6089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943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meeting types beyond the sales-focused workflow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 Prototype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FIRST AGENT TASK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Phase 0 only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monorepo and Phase 0 Docker Compose stack. Do not begin UI or model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until environment, migrations, health checks, and local test commands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documented and working.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617720"/>
            <a:ext cx="932688" cy="457200"/>
          </a:xfrm>
          <a:prstGeom prst="roundRect">
            <a:avLst>
              <a:gd name="adj" fmla="val 20000"/>
            </a:avLst>
          </a:prstGeom>
          <a:solidFill>
            <a:srgbClr val="2D28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617720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47088" y="4617720"/>
            <a:ext cx="932688" cy="457200"/>
          </a:xfrm>
          <a:prstGeom prst="roundRect">
            <a:avLst>
              <a:gd name="adj" fmla="val 20000"/>
            </a:avLst>
          </a:prstGeom>
          <a:solidFill>
            <a:srgbClr val="2D28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4617720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62656" y="4617720"/>
            <a:ext cx="1289304" cy="457200"/>
          </a:xfrm>
          <a:prstGeom prst="roundRect">
            <a:avLst>
              <a:gd name="adj" fmla="val 20000"/>
            </a:avLst>
          </a:prstGeom>
          <a:solidFill>
            <a:srgbClr val="2D28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2656" y="4617720"/>
            <a:ext cx="1289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worker/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4617720"/>
            <a:ext cx="1170432" cy="457200"/>
          </a:xfrm>
          <a:prstGeom prst="roundRect">
            <a:avLst>
              <a:gd name="adj" fmla="val 20000"/>
            </a:avLst>
          </a:prstGeom>
          <a:solidFill>
            <a:srgbClr val="2D28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461772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infra/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88152" y="4617720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2D28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88152" y="46177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486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8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 a new developer can start the stack locally and create a database migration.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2026-07-28T11:47:48Z</dcterms:created>
  <dcterms:modified xsi:type="dcterms:W3CDTF">2026-07-28T11:47:48Z</dcterms:modified>
</cp:coreProperties>
</file>